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7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18E5C4E-B5D6-10A2-0603-C9ED52648D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13910" r="1109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936" y="600427"/>
            <a:ext cx="7406640" cy="3299902"/>
          </a:xfrm>
        </p:spPr>
        <p:txBody>
          <a:bodyPr>
            <a:normAutofit/>
          </a:bodyPr>
          <a:lstStyle/>
          <a:p>
            <a:pPr algn="l"/>
            <a:r>
              <a:rPr lang="en-US" sz="7100">
                <a:solidFill>
                  <a:srgbClr val="FFFFFF"/>
                </a:solidFill>
              </a:rPr>
              <a:t>SmartHR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652" y="4072045"/>
            <a:ext cx="7406640" cy="1414355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AI-Powered Human Resources Management Platform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Executive Summary</a:t>
            </a:r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Virtual HR department for SMEs and enterprises. Automates HR operations, improves employee experience, and enables data-driven decision-making.</a:t>
            </a:r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Business Challenge</a:t>
            </a:r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r>
              <a:t>Manual HR processes, fragmented systems, compliance risks, inefficient recruitment, and limited workforce insights.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SmartHR AI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8950" y="4782320"/>
            <a:ext cx="5733470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Cloud-based, mobile-responsive HR platform with AI automation, analytics, and role-based access.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1946" y="148929"/>
            <a:ext cx="4920107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6273" y="1380754"/>
            <a:ext cx="4171453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6273" y="4076802"/>
            <a:ext cx="4171453" cy="153458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HR Managers, Employees, Team Leaders, and Executives.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1870589" y="6170"/>
            <a:ext cx="5112196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0746" y="5310973"/>
            <a:ext cx="529461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 HR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8950" y="4782320"/>
            <a:ext cx="5733470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24/7 chatbot, policy guidance, leave assistance, onboarding support, and HR document generation.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427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8521" y="3334786"/>
            <a:ext cx="145668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732372" y="1469901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Smart Email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8950" y="4782320"/>
            <a:ext cx="5733470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AI-generated HR emails with multiple tones, languages, and one-click send capability.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427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8521" y="3334786"/>
            <a:ext cx="145668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732372" y="1469901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Meeting Notes Summarizer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8950" y="4782320"/>
            <a:ext cx="5733470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Summaries, action items, decisions, follow-ups, and export functionality.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427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8521" y="3334786"/>
            <a:ext cx="145668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732372" y="1469901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 Task Planner &amp; Scheduler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8950" y="4782320"/>
            <a:ext cx="5733470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Automated schedules, prioritization, reminders, and calendar integration.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Recruitment &amp; Talent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8950" y="4782320"/>
            <a:ext cx="5733470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CV screening, candidate ranking, interview scheduling, and applicant tracking.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427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8521" y="3334786"/>
            <a:ext cx="145668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732372" y="1469901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Employee Onboarding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8950" y="4782320"/>
            <a:ext cx="5733470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Digital onboarding, welcome emails, training plans, and document verification.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1946" y="148929"/>
            <a:ext cx="4920107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6273" y="1380754"/>
            <a:ext cx="4171453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Employee Database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6273" y="4076802"/>
            <a:ext cx="4171453" cy="153458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Profiles, qualifications, certifications, performance records, and leave balances.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1870589" y="6170"/>
            <a:ext cx="5112196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0746" y="5310973"/>
            <a:ext cx="529461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Performance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8950" y="4782320"/>
            <a:ext cx="5733470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KPIs, goals, reviews, feedback, and AI insights.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1946" y="148929"/>
            <a:ext cx="4920107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6273" y="1380754"/>
            <a:ext cx="4171453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Leave &amp; Attendance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6273" y="4076802"/>
            <a:ext cx="4171453" cy="153458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Leave workflows, attendance, GPS verification, timesheets, and overtime tracking.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1870589" y="6170"/>
            <a:ext cx="5112196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0746" y="5310973"/>
            <a:ext cx="529461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1946" y="148929"/>
            <a:ext cx="4920107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6273" y="1380754"/>
            <a:ext cx="4171453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Payroll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6273" y="4076802"/>
            <a:ext cx="4171453" cy="153458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Salary records, tax calculations, payroll reporting, and payslips.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1870589" y="6170"/>
            <a:ext cx="5112196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0746" y="5310973"/>
            <a:ext cx="529461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427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8521" y="3334786"/>
            <a:ext cx="145668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732372" y="1469901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HR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8950" y="4782320"/>
            <a:ext cx="5733470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Workforce insights, turnover, recruitment metrics, and diversity reporting.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427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8521" y="3334786"/>
            <a:ext cx="145668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732372" y="1469901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Compliance &amp; Document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8950" y="4782320"/>
            <a:ext cx="5733470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Policy management, compliance monitoring, and secure document storage.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427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8521" y="3334786"/>
            <a:ext cx="145668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732372" y="1469901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Employee Self-Service &amp;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8950" y="4782320"/>
            <a:ext cx="5733470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Payslips, leave requests, announcements, messaging, and surveys.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8950" y="4782320"/>
            <a:ext cx="5733470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NLP, sentiment analysis, predictive analytics, intelligent scheduling, and recommendations.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427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8521" y="3334786"/>
            <a:ext cx="145668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732372" y="1469901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Technology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8950" y="4782320"/>
            <a:ext cx="5733470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React, Next.js, Node.js, Python, PostgreSQL, APIs, MFA, and cloud scalability.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UI/UX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8950" y="4782320"/>
            <a:ext cx="5733470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Modern dashboards, dark/light mode, custom branding, and interactive reports.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8950" y="4782320"/>
            <a:ext cx="5733470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Efficiency, productivity, compliance, employee engagement, and cost savings.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8950" y="4782320"/>
            <a:ext cx="5733470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Core HR → AI Features → Analytics → Mobile Apps.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427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8521" y="3334786"/>
            <a:ext cx="145668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732372" y="1469901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8950" y="4782320"/>
            <a:ext cx="5733470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complete AI-powered HR ecosystem for modern organizations.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8950" y="4782320"/>
            <a:ext cx="5733470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SmartHR AI – Transforming HR Through Artificial Intelligence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397</Words>
  <Application>Microsoft Office PowerPoint</Application>
  <PresentationFormat>On-screen Show (4:3)</PresentationFormat>
  <Paragraphs>50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SmartHR AI</vt:lpstr>
      <vt:lpstr>Executive Summary</vt:lpstr>
      <vt:lpstr>Business Challenge</vt:lpstr>
      <vt:lpstr>SmartHR AI Solution</vt:lpstr>
      <vt:lpstr>Target Users</vt:lpstr>
      <vt:lpstr>AI HR Assistant</vt:lpstr>
      <vt:lpstr>Smart Email Generator</vt:lpstr>
      <vt:lpstr>Meeting Notes Summarizer</vt:lpstr>
      <vt:lpstr>AI Task Planner &amp; Scheduler</vt:lpstr>
      <vt:lpstr>Recruitment &amp; Talent Acquisition</vt:lpstr>
      <vt:lpstr>Employee Onboarding</vt:lpstr>
      <vt:lpstr>Employee Database Management</vt:lpstr>
      <vt:lpstr>Performance Management</vt:lpstr>
      <vt:lpstr>Leave &amp; Attendance</vt:lpstr>
      <vt:lpstr>Payroll Support</vt:lpstr>
      <vt:lpstr>HR Analytics Dashboard</vt:lpstr>
      <vt:lpstr>Compliance &amp; Document Management</vt:lpstr>
      <vt:lpstr>Employee Self-Service &amp; Communication</vt:lpstr>
      <vt:lpstr>AI Capabilities</vt:lpstr>
      <vt:lpstr>Technology Architecture</vt:lpstr>
      <vt:lpstr>UI/UX Requirements</vt:lpstr>
      <vt:lpstr>Business Benefits</vt:lpstr>
      <vt:lpstr>Implementation Roadmap</vt:lpstr>
      <vt:lpstr>Expected Outcome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THAPELO LEBONA HLOELE</cp:lastModifiedBy>
  <cp:revision>2</cp:revision>
  <dcterms:created xsi:type="dcterms:W3CDTF">2013-01-27T09:14:16Z</dcterms:created>
  <dcterms:modified xsi:type="dcterms:W3CDTF">2026-07-09T11:00:08Z</dcterms:modified>
  <cp:category/>
</cp:coreProperties>
</file>